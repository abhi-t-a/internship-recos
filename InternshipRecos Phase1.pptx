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4" r:id="rId2"/>
    <p:sldId id="257" r:id="rId3"/>
    <p:sldId id="258" r:id="rId4"/>
    <p:sldId id="263" r:id="rId5"/>
    <p:sldId id="260" r:id="rId6"/>
    <p:sldId id="261" r:id="rId7"/>
    <p:sldId id="271" r:id="rId8"/>
    <p:sldId id="268" r:id="rId9"/>
    <p:sldId id="269" r:id="rId10"/>
    <p:sldId id="270" r:id="rId11"/>
    <p:sldId id="276" r:id="rId12"/>
    <p:sldId id="275" r:id="rId13"/>
    <p:sldId id="265" r:id="rId14"/>
    <p:sldId id="26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331D8-1380-4152-B31E-2539C4B77B76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295E5-691B-420D-B7B4-4F22B9E4B9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57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295E5-691B-420D-B7B4-4F22B9E4B90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2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C4F3-799D-4B30-ACA4-128DF9A25D8F}" type="datetime1">
              <a:rPr lang="en-IN" smtClean="0"/>
              <a:pPr/>
              <a:t>26-10-2026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293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D206-6B7E-467B-B35D-2AA62E9A35E7}" type="datetime1">
              <a:rPr lang="en-IN" smtClean="0"/>
              <a:pPr/>
              <a:t>26-10-2026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23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7987D-73F8-4081-9B30-5A598C8D32B9}" type="datetime1">
              <a:rPr lang="en-IN" smtClean="0"/>
              <a:pPr/>
              <a:t>26-10-2026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36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3C6E7-43F8-4A38-A6C3-D43647B4DD8D}" type="datetime1">
              <a:rPr lang="en-IN" smtClean="0"/>
              <a:pPr/>
              <a:t>26-10-2026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49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2365-ECBC-4B68-8DE4-E324E0684840}" type="datetime1">
              <a:rPr lang="en-IN" smtClean="0"/>
              <a:pPr/>
              <a:t>26-10-2026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63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2FB9-09F8-461C-822C-F87AB9E712F1}" type="datetime1">
              <a:rPr lang="en-IN" smtClean="0"/>
              <a:pPr/>
              <a:t>26-10-2026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4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58980-6964-406B-8E07-1738053AD700}" type="datetime1">
              <a:rPr lang="en-IN" smtClean="0"/>
              <a:pPr/>
              <a:t>26-10-2026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705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511D-4BC4-4CAC-850D-96DEC5B49D1A}" type="datetime1">
              <a:rPr lang="en-IN" smtClean="0"/>
              <a:pPr/>
              <a:t>26-10-2026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01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C436-B595-4DE7-AAF5-6C3EAE4AC70A}" type="datetime1">
              <a:rPr lang="en-IN" smtClean="0"/>
              <a:pPr/>
              <a:t>26-10-2026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779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2BFC3-0CF9-4CEB-8DD4-AC7FE80645A0}" type="datetime1">
              <a:rPr lang="en-IN" smtClean="0"/>
              <a:pPr/>
              <a:t>26-10-2026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389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45C2-0E87-4605-8DD2-D2B065ECB1A3}" type="datetime1">
              <a:rPr lang="en-IN" smtClean="0"/>
              <a:pPr/>
              <a:t>26-10-2026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729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3FB7E-E051-46AA-ADB3-2CFF9DB79A8C}" type="datetime1">
              <a:rPr lang="en-IN" smtClean="0"/>
              <a:pPr/>
              <a:t>26-10-2026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4E219-0C0C-4937-870D-08D46E53228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41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.ssrn.com/sol3/Delivery.cfm/5582255.pdf?abstractid=5582255&amp;mirid=1&amp;utm_source=chatgpt.com" TargetMode="External"/><Relationship Id="rId2" Type="http://schemas.openxmlformats.org/officeDocument/2006/relationships/hyperlink" Target="https://doi.org/10.1108/jrit-01-2024-0016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jcrt.org/viewpaperforall.php?paper=IJCRT2603557&amp;utm_source=chatgpt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hyperlink" Target="https://www.sciencedirect.com/science/article/pii/S1877050926002589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redis.io/docs/" TargetMode="External"/><Relationship Id="rId13" Type="http://schemas.openxmlformats.org/officeDocument/2006/relationships/image" Target="../media/image2.jpeg"/><Relationship Id="rId3" Type="http://schemas.openxmlformats.org/officeDocument/2006/relationships/hyperlink" Target="https://docs.apify.com/actors/running/schedules" TargetMode="External"/><Relationship Id="rId7" Type="http://schemas.openxmlformats.org/officeDocument/2006/relationships/hyperlink" Target="https://docs.celeryq.dev/" TargetMode="External"/><Relationship Id="rId12" Type="http://schemas.openxmlformats.org/officeDocument/2006/relationships/hyperlink" Target="https://www.indeed.com/" TargetMode="External"/><Relationship Id="rId2" Type="http://schemas.openxmlformats.org/officeDocument/2006/relationships/hyperlink" Target="https://docs.apify.com/actor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ostgresql.org/docs/" TargetMode="External"/><Relationship Id="rId11" Type="http://schemas.openxmlformats.org/officeDocument/2006/relationships/hyperlink" Target="https://www.linkedin.com/jobs/" TargetMode="External"/><Relationship Id="rId5" Type="http://schemas.openxmlformats.org/officeDocument/2006/relationships/hyperlink" Target="https://fastapi.tiangolo.com/" TargetMode="External"/><Relationship Id="rId10" Type="http://schemas.openxmlformats.org/officeDocument/2006/relationships/hyperlink" Target="https://unstop.com/" TargetMode="External"/><Relationship Id="rId4" Type="http://schemas.openxmlformats.org/officeDocument/2006/relationships/hyperlink" Target="https://react.dev/" TargetMode="External"/><Relationship Id="rId9" Type="http://schemas.openxmlformats.org/officeDocument/2006/relationships/hyperlink" Target="https://internshala.com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282" y="1857364"/>
            <a:ext cx="8643998" cy="1143009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8728" y="2714620"/>
            <a:ext cx="6724672" cy="1000132"/>
          </a:xfrm>
        </p:spPr>
        <p:txBody>
          <a:bodyPr>
            <a:normAutofit/>
          </a:bodyPr>
          <a:lstStyle/>
          <a:p>
            <a:r>
              <a:rPr lang="en-US" sz="2400" b="1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InternshipRecos - Find. Filter. Flourish</a:t>
            </a:r>
            <a:r>
              <a:rPr lang="en-IN" sz="2400" b="1" dirty="0">
                <a:solidFill>
                  <a:schemeClr val="tx1"/>
                </a:solidFill>
              </a:rPr>
              <a:t>.</a:t>
            </a:r>
            <a:r>
              <a:rPr lang="en-US" sz="2400" b="1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81000" y="1219200"/>
            <a:ext cx="8045985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SDM</a:t>
            </a:r>
            <a:r>
              <a:rPr kumimoji="0" lang="en-US" sz="3600" b="1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TECHNOLOGY</a:t>
            </a:r>
            <a:endParaRPr kumimoji="0" lang="en-US" sz="3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logo_ujir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41457" y="176202"/>
            <a:ext cx="1061085" cy="1152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04800" y="4648200"/>
            <a:ext cx="8121015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Apeksha Jain</a:t>
            </a:r>
          </a:p>
          <a:p>
            <a:pPr algn="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Ananya Bhat</a:t>
            </a:r>
          </a:p>
          <a:p>
            <a:pPr algn="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Niveditha P L</a:t>
            </a:r>
          </a:p>
          <a:p>
            <a:pPr algn="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 T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9545" y="3566474"/>
            <a:ext cx="48577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Pradeep Rao K B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SDMIT,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Ujire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7158" y="5500702"/>
            <a:ext cx="2000264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ID: T8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2026CSEPT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INTRODUCTION</a:t>
            </a:r>
            <a:br>
              <a:rPr lang="en-IN" sz="2800" b="1" dirty="0">
                <a:latin typeface="Times New Roman" pitchFamily="18" charset="0"/>
                <a:cs typeface="Times New Roman" pitchFamily="18" charset="0"/>
              </a:rPr>
            </a:b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915400" cy="53657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InternshipRecos automatically collects internships from multiple online sources.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scheduled Apify actors to fetch and store internship listings.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Normalises and validates listings to identify duplicates, suspicious, and expired opportunities.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students to search, filter, view, and save internships.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admin dashboard to manage sources, monitor runs, and review suspicious listings.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validated internships with links to original application sources.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12C8CC-A8AE-554F-55F2-B6B0586922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00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032" y="1378309"/>
            <a:ext cx="9067800" cy="55165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paper titled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“Navigating Techniques in Job Recommender Systems on Internship Profile Matching”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[1],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Flordeliza P. Poncio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reviews internship recommendation techniques, profile-matching algorithms, and methods for improving internship recommendations.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Emerald Publishing – Journal of Research in Innovative Teaching &amp; Learning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paper titled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“Detecting Fake Job Advertisements with Machine Learning: A Reproducible Pipeline for Web-Scale Screening”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[2],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Ranjit Das, Shivam Negi, Ayushman Prajapati, and Kajol Dahiya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 a machine learning pipeline to identify fraudulent job advertisements through text processing and classification.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SSRN Research Paper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60D861-6AEC-321B-76EA-42215C939F2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06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17638"/>
            <a:ext cx="9067800" cy="516572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 the paper titled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“Authenticity Verification of Job and Internship Postings Using ML and NLP”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[3],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G. Aparna, A. Jyothika, K. Phani Sai, M. Gayatri Abhilasha, and P. Pranusha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 an approach using Machine Learning and Natural Language Processing to identify suspicious job and internship postings.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International Journal of Creative Research Thoughts (IJCRT)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 the paper titled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“Explainable and Scalable Job Recommendation System Using Transformer-Based Text Summarisation, Cross-Encoder Semantic Similarity, and Ensemble Learning”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[4], the authors investigate BERT-based summarisation, semantic similarity, and ensemble learning to improve job recommendation accuracy and explainability.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Procedia Computer Science – ScienceDirect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AA420D-82C4-00FE-B513-52DFE611299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060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1"/>
            <a:ext cx="9067800" cy="550227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opportunities are scattered across multiple online platforms.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difficulties finding relevant and genuine internships.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Fake, duplicate, expired, and incomplete listings reduce reliability.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searching and verification consume time and effort.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centralised platform is needed to collect, validate, and organise internship listings.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provide students with reliable opportunities and direct application links.</a:t>
            </a:r>
          </a:p>
          <a:p>
            <a:pPr marL="514350" indent="-514350">
              <a:buFont typeface="+mj-lt"/>
              <a:buAutoNum type="arabicPeriod"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9F6EE-24AD-86A3-532B-6D99F68712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53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internship collection from multiple online sources using scheduled Apify actors.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normalise, validate, and de-duplicate listings to identify suspicious and expired opportunities.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students with a centralised platform to search, filter, and save internships.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administrators to manage sources, monitor scraping runs, and review flagged listings.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5CCBD4-B089-4D9D-3FB7-047A1D1638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45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17638"/>
            <a:ext cx="8991600" cy="5165724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InternshipRecos system is implemented using the following steps: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Fetch internship listings using scheduled Apify actors.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Normalise and clean the collected data into a unified format.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and De-duplication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 suspicious, incomplete, duplicate, and expired listings.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and Publishing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Publish valid listings and send flagged listings for admin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C23CED-78FD-0989-9200-AEC97AC7F3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45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HARDWARE AND 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8534400" cy="4800600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i3 or equivalent and above.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Minimum 10 GB of free disk space.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Internet: Stable internet connection.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React, Vite, Tailwind CSS.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with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PostgreSQL.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Processing: Celery and Redis.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Apify Actors and API.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JWT (JSON Web Tokens).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DA153D-5E44-F95A-9E40-8D47D58789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45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DATASETS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95515"/>
            <a:ext cx="8686800" cy="4525963"/>
          </a:xfrm>
        </p:spPr>
        <p:txBody>
          <a:bodyPr>
            <a:noAutofit/>
          </a:bodyPr>
          <a:lstStyle/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Internship listings collected from multiple public online platforms using scheduled Apify actors.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Dataset: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original scraped data in JSON format with content hashes.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Normalised Dataset: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standardised fields such as title, company, location, stipend, skills, duration, and application deadlines.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 validation results, suspicious indicators, and reasons for rejection or review.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Data: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duplicate internships using fingerprints and similarity matching.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PostgreSQL stores internship records, while raw listing payloads are retained for auditing and reprocessing.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16356A-B52E-3A2D-390A-A1B41BE9EB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4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ALGORITHMS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121275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Normalisation: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raw data into a unified format.</a:t>
            </a:r>
          </a:p>
          <a:p>
            <a:pPr lvl="0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Validation: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 predefined hard and soft validation rules.</a:t>
            </a:r>
          </a:p>
          <a:p>
            <a:pPr lvl="0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Matching: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skills using a curated dictionary.</a:t>
            </a:r>
          </a:p>
          <a:p>
            <a:pPr lvl="0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Fingerprint-Based De-duplication: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fingerprints using company, title, city, and start month.</a:t>
            </a:r>
          </a:p>
          <a:p>
            <a:pPr lvl="0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 Matching: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Compares similar listings across sources.</a:t>
            </a:r>
          </a:p>
          <a:p>
            <a:pPr lvl="0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Queue-Based Processing: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Celery and Redis for background job processing and retries.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C67E5D-1A2D-1A09-24BA-2FEFF3A4C1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45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2060"/>
            <a:ext cx="8229600" cy="1143000"/>
          </a:xfrm>
        </p:spPr>
        <p:txBody>
          <a:bodyPr/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APPLICATIONS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37675"/>
            <a:ext cx="8991600" cy="5618675"/>
          </a:xfrm>
        </p:spPr>
        <p:txBody>
          <a:bodyPr>
            <a:noAutofit/>
          </a:bodyPr>
          <a:lstStyle/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Centralised Internship Search: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internship listings from multiple online sources using scheduled Apify actors.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Listing Detection: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 validation rules to reject invalid listings and flag suspicious ones for admin review.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Processing: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Normalises, validates, and de-duplicates internship data before publishing.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Discovery: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students to search, filter, and save published internships based on their preferences.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Management: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administrators to manage sources, monitor scraping runs, review flagged listings, and maintain blocklist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BC6F26-5B3E-D5BD-2A1D-3A91193B9B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64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58"/>
            <a:ext cx="82296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      CONCLUSION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66800"/>
            <a:ext cx="8763000" cy="5059363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InternshipRecos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centralises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opportunities from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sources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collection.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Normalisation, validation, and de-duplication improve data consistency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help identify suspicious listings.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easily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search, filter, and save internships,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administrators manage sources and review flagged listings.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application links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discovery and save students time.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Impact: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manual searching, improves access to reliable opportunities, and makes internship discovery more efficient.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InternshipRecos aims to make internship discovery simpler, safer, and more accessible for every student.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FC459F-D49E-21B6-DD2D-586EEB069C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45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955"/>
            <a:ext cx="8229600" cy="80624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658" y="838200"/>
            <a:ext cx="8229600" cy="5518150"/>
          </a:xfrm>
        </p:spPr>
        <p:txBody>
          <a:bodyPr>
            <a:normAutofit fontScale="62500" lnSpcReduction="2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Apify, “Actors Documentation,” Apify Documentation. [Online]. Available: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https://docs.apify.com/actors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Apify, “Actor and Task Schedules,” Apify Documentation. [Online]. Available: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https://docs.apify.com/actors/running/schedules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Meta Open Source, “React Documentation.” [Online]. Available: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https://react.dev/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Documentation.” [Online]. Available: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https://fastapi.tiangolo.com/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PostgreSQL Global Development Group, “PostgreSQL Documentation.” [Online]. Available: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https://www.postgresql.org/docs/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Celery Project, “Celery Documentation.” [Online]. Available: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https://docs.celeryq.dev/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Redis Ltd., “Redis Documentation.” [Online]. Available: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https://redis.io/docs/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Internshala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Internshala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Internship and Training Platform.” [Online]. Available: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https://internshala.com/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Unstop, “Internships, Jobs, and Competitions Platform.” [Online]. Available: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https://unstop.com/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LinkedIn Corporation, “LinkedIn Jobs.” [Online]. Available: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https://www.linkedin.com/jobs/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Indeed, “Indeed Job Search Platform.” [Online]. Available: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https://www.indeed.com/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B25DC6-C1EF-78BE-A82D-F9DE3117466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492896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E219-0C0C-4937-870D-08D46E532289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79BA1-AB18-5435-2F76-70E86E281E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-136525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09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1320</Words>
  <Application>Microsoft Office PowerPoint</Application>
  <PresentationFormat>On-screen Show (4:3)</PresentationFormat>
  <Paragraphs>136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DEPARTMENT OF COMPUTER SCIENCE &amp; ENGINEERING </vt:lpstr>
      <vt:lpstr>INTRODUCTION </vt:lpstr>
      <vt:lpstr>LITERATURE SURVEY</vt:lpstr>
      <vt:lpstr>LITERATURE SURVEY</vt:lpstr>
      <vt:lpstr>PROBLEM STATEMENT</vt:lpstr>
      <vt:lpstr>OBJECTIVES</vt:lpstr>
      <vt:lpstr>METHODOLOGY</vt:lpstr>
      <vt:lpstr>HARDWARE AND SOFTWARE REQUIREMENTS</vt:lpstr>
      <vt:lpstr>DATASETS REQUIRED</vt:lpstr>
      <vt:lpstr>ALGORITHMS REQUIRED</vt:lpstr>
      <vt:lpstr>APPLICATIONS</vt:lpstr>
      <vt:lpstr>      CONCLUSION 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  submitted by  Under the Guidence of Student name   Guide name</dc:title>
  <dc:creator>myLAP</dc:creator>
  <cp:lastModifiedBy>Ananya S Bhat</cp:lastModifiedBy>
  <cp:revision>41</cp:revision>
  <dcterms:created xsi:type="dcterms:W3CDTF">2022-09-28T03:29:41Z</dcterms:created>
  <dcterms:modified xsi:type="dcterms:W3CDTF">2026-10-26T09:28:53Z</dcterms:modified>
</cp:coreProperties>
</file>